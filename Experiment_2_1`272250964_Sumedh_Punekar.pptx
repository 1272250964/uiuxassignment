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58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3200" b="1" dirty="0">
                <a:solidFill>
                  <a:srgbClr val="141414"/>
                </a:solidFill>
                <a:latin typeface="Aptos"/>
              </a:rPr>
              <a:t>5 User Personas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19072"/>
            <a:ext cx="10698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0" dirty="0">
                <a:solidFill>
                  <a:srgbClr val="696969"/>
                </a:solidFill>
                <a:latin typeface="Aptos"/>
              </a:rPr>
              <a:t>Sports E-commerce </a:t>
            </a:r>
            <a:r>
              <a:rPr sz="1800" b="0" dirty="0" smtClean="0">
                <a:solidFill>
                  <a:srgbClr val="696969"/>
                </a:solidFill>
                <a:latin typeface="Aptos"/>
              </a:rPr>
              <a:t>Website</a:t>
            </a:r>
            <a:endParaRPr sz="1800" b="0" dirty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2423160"/>
            <a:ext cx="10835640" cy="73152"/>
          </a:xfrm>
          <a:prstGeom prst="rect">
            <a:avLst/>
          </a:prstGeom>
          <a:solidFill>
            <a:srgbClr val="CFE0FA"/>
          </a:solidFill>
          <a:ln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10515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0">
                <a:solidFill>
                  <a:srgbClr val="141414"/>
                </a:solidFill>
                <a:latin typeface="Aptos"/>
              </a:rPr>
              <a:t>Based on the usability review of Nivia Sports and Decathlon in the provided Excel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29000"/>
            <a:ext cx="1051560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ptos"/>
              </a:rPr>
              <a:t>The personas focus on search, navigation, comparison, product confidence, checkout efficiency, accessibility, trust and personalization.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983480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endParaRPr sz="1500" b="1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85000" lnSpcReduction="20000"/>
          </a:bodyPr>
          <a:lstStyle/>
          <a:p>
            <a:pPr algn="r"/>
            <a:r>
              <a:rPr sz="850" b="0">
                <a:solidFill>
                  <a:srgbClr val="696969"/>
                </a:solidFill>
                <a:latin typeface="Aptos"/>
              </a:rPr>
              <a:t>UX / UI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1: Rhea Malhotra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ptos"/>
              </a:rPr>
              <a:t>29 years • Working professional • Fitness enthusiast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ptos"/>
              </a:rPr>
              <a:t>Quickly reorder reliable workout gear without repeating the same search every month.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Time-poor, loyal to known brands, mobile-first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055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Search &amp; Discover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0791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Browse &amp; Filter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7103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Compare &amp; Evaluate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Cart &amp; Checkout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151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Order &amp; Confirm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Opens site
Uses search for running shoes
Checks recent products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Applies size + brand filters
Scans ratings
Shortlists 2–3 options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Compares price and reviews
Checks delivery date
Looks for offers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Re-enters address
Selects saved size
Adds payment details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Reviews total
Places order
Looks for confirmation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Focused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Mildly frustrated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Cautious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Irritated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Relieved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One-tap recent searches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Stronger filters + compare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Surface reviews &amp; delivery earlier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Auto-fill account details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Add repeat-purchase shortcut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85000" lnSpcReduction="20000"/>
          </a:bodyPr>
          <a:lstStyle/>
          <a:p>
            <a:pPr algn="r"/>
            <a:r>
              <a:rPr sz="850" b="0">
                <a:solidFill>
                  <a:srgbClr val="696969"/>
                </a:solidFill>
                <a:latin typeface="Aptos"/>
              </a:rPr>
              <a:t>Sports e-commerce UX • Persona 1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2: Arjun Mehta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ptos"/>
              </a:rPr>
              <a:t>20 years • College student • Recreational football player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ptos"/>
              </a:rPr>
              <a:t>Find good-value sports equipment that fits a student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Price-sensitive, deal-driven, compares before buying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055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Search &amp; Discover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0791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Browse &amp; Filter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7103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Compare &amp; Evaluate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Cart &amp; Checkout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151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Order &amp; Confirm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Searches football shoes
Starts from category page
Looks for discounts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Filters by price and size
Sorts by rating
Checks sale badges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Compares 3 products
Reads key specs
Checks return policy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Applies coupon
Checks shipping cost
Chooses payment option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Verifies discount
Checks final total
Saves order details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Curious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Engaged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Unsure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Price-anxious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Satisfied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Budget-first filters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Clear sale and price comparison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Show specs + returns beside price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Auto-apply best coupon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Transparent final-price summary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85000" lnSpcReduction="20000"/>
          </a:bodyPr>
          <a:lstStyle/>
          <a:p>
            <a:pPr algn="r"/>
            <a:r>
              <a:rPr sz="850" b="0">
                <a:solidFill>
                  <a:srgbClr val="696969"/>
                </a:solidFill>
                <a:latin typeface="Aptos"/>
              </a:rPr>
              <a:t>Sports e-commerce UX • Persona 2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3: Neha Sharma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ptos"/>
              </a:rPr>
              <a:t>34 years • Beginner runner • Fitness starter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ptos"/>
              </a:rPr>
              <a:t>Understand which product is right for her before spending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Research-heavy, needs guidance, low confidence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055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Search &amp; Discover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0791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Browse &amp; Filter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7103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Compare &amp; Evaluate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Cart &amp; Checkout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151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Order &amp; Confirm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Searches running shoes
Browses beginner guides
Uses category navigation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Filters by use case
Reads product labels
Explores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Checks cushioning/support
Reads reviews
Looks for fit guidance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Confirms size
Checks exchange policy
Adds address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Reviews product + price
Pays
Wants clear confirmation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Overwhelmed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Hopeful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Confused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Nervous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Reassured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Goal-based search prompts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Beginner-friendly categories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Fit guidance + recommendation engine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Clear exchange information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Helpful confirmation + next steps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85000" lnSpcReduction="20000"/>
          </a:bodyPr>
          <a:lstStyle/>
          <a:p>
            <a:pPr algn="r"/>
            <a:r>
              <a:rPr sz="850" b="0">
                <a:solidFill>
                  <a:srgbClr val="696969"/>
                </a:solidFill>
                <a:latin typeface="Aptos"/>
              </a:rPr>
              <a:t>Sports e-commerce UX • Persona 3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4: Kabir Singh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ptos"/>
              </a:rPr>
              <a:t>41 years • Parent • Buys sports gear for family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ptos"/>
              </a:rPr>
              <a:t>Buy the correct size and equipment for his children with minimum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Practical, trust-focused, shops on desktop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055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Search &amp; Discover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0791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Browse &amp; Filter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7103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Compare &amp; Evaluate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Cart &amp; Checkout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151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Order &amp; Confirm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Searches kids sports gear
Uses family category
Checks availability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Filters age + size
Checks stock
Browses trusted brands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Compares durability
Reads parent reviews
Checks warranty/returns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Adds multiple items
Confirms sizes
Chooses delivery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Checks quantity
Reviews total
Confirms order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Task-focused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Concerned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Careful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Busy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Confident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Age/size-first navigation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Better stock visibility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Trust badges + family reviews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Saved family profiles/sizes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Multi-item order summary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85000" lnSpcReduction="20000"/>
          </a:bodyPr>
          <a:lstStyle/>
          <a:p>
            <a:pPr algn="r"/>
            <a:r>
              <a:rPr sz="850" b="0">
                <a:solidFill>
                  <a:srgbClr val="696969"/>
                </a:solidFill>
                <a:latin typeface="Aptos"/>
              </a:rPr>
              <a:t>Sports e-commerce UX • Persona 4 of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5: Sana Khan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ptos"/>
              </a:rPr>
              <a:t>26 years • Amateur badminton player • Frequent mobile shopper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ptos"/>
              </a:rPr>
              <a:t>Quickly discover suitable badminton gear and trust the recommendation.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Mobile-first, social-influenced, likes personalization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055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Search &amp; Discover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0791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Browse &amp; Filter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7103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Compare &amp; Evaluate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Cart &amp; Checkout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151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Order &amp; Confirm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Searches racket/shoes
Checks recommendations
Uses mobile search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Filters weight/price
Checks popular items
Explores related gear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Reads ratings
Checks specifications
Looks for player feedback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Uses saved address
Selects delivery slot
Pays quickly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Checks confirmation
Tracks shipment
Looks for related offers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Excited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Interested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Skeptical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Impatient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Happy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Personalized home/search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Sport-specific smart filters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Expert/player recommendations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One-tap mobile checkout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Post-purchase tracking + offers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85000" lnSpcReduction="20000"/>
          </a:bodyPr>
          <a:lstStyle/>
          <a:p>
            <a:pPr algn="r"/>
            <a:r>
              <a:rPr sz="850" b="0">
                <a:solidFill>
                  <a:srgbClr val="696969"/>
                </a:solidFill>
                <a:latin typeface="Aptos"/>
              </a:rPr>
              <a:t>Sports e-commerce UX • Persona 5 of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What These 5 Personas Reveal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ptos"/>
              </a:rPr>
              <a:t>Design priorities derived from the website comparison in the provided Excel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49240" cy="132588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371600"/>
            <a:ext cx="5020055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192332"/>
                </a:solidFill>
                <a:latin typeface="Aptos"/>
              </a:rPr>
              <a:t>1. Search &amp; Discoverability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737360"/>
            <a:ext cx="5020055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Make search, categories and sport-specific filters prominent. Recent searches and goal-based discovery reduce repeated effort.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349240" cy="13258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3952" y="1371600"/>
            <a:ext cx="5020055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192332"/>
                </a:solidFill>
                <a:latin typeface="Aptos"/>
              </a:rPr>
              <a:t>2. Product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737360"/>
            <a:ext cx="5020055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Show ratings, specs, fit/size guidance, delivery and returns early so beginners and careful buyers can decide faster.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5349240" cy="132588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5020055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192332"/>
                </a:solidFill>
                <a:latin typeface="Aptos"/>
              </a:rPr>
              <a:t>3. Checkout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337560"/>
            <a:ext cx="5020055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Use saved profiles, auto-fill, one-tap payment and transparent final pricing to reduce irritation and cart abandonment.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834640"/>
            <a:ext cx="5349240" cy="13258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971800"/>
            <a:ext cx="5020055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192332"/>
                </a:solidFill>
                <a:latin typeface="Aptos"/>
              </a:rPr>
              <a:t>4. Trust &amp; Accessibility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337560"/>
            <a:ext cx="5020055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Improve contrast, readable content, validation, stock visibility, returns and trust signals across the journey.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434840"/>
            <a:ext cx="5349240" cy="132588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572000"/>
            <a:ext cx="5020055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192332"/>
                </a:solidFill>
                <a:latin typeface="Aptos"/>
              </a:rPr>
              <a:t>5. Personalization &amp; Repeat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937759"/>
            <a:ext cx="5020055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Recommend relevant gear, remember sizes/preferences and add reorder shortcuts for frequent customers.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6144768"/>
            <a:ext cx="10972800" cy="384048"/>
          </a:xfrm>
          <a:prstGeom prst="roundRect">
            <a:avLst/>
          </a:prstGeom>
          <a:solidFill>
            <a:srgbClr val="DCF0E0"/>
          </a:solidFill>
          <a:ln w="12700">
            <a:solidFill>
              <a:srgbClr val="AA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6217920"/>
            <a:ext cx="106070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 fontScale="92500" lnSpcReduction="10000"/>
          </a:bodyPr>
          <a:lstStyle/>
          <a:p>
            <a:pPr algn="ctr"/>
            <a:r>
              <a:rPr sz="1150" b="1">
                <a:solidFill>
                  <a:srgbClr val="141414"/>
                </a:solidFill>
                <a:latin typeface="Aptos"/>
              </a:rPr>
              <a:t>Priority: combine Decathlon-like search/navigation strengths with stronger personalization, accessibility and repeat-purchase shortcuts.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85000" lnSpcReduction="20000"/>
          </a:bodyPr>
          <a:lstStyle/>
          <a:p>
            <a:pPr algn="r"/>
            <a:r>
              <a:rPr sz="850" b="0">
                <a:solidFill>
                  <a:srgbClr val="696969"/>
                </a:solidFill>
                <a:latin typeface="Aptos"/>
              </a:rPr>
              <a:t>Design recommendation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691</Words>
  <Application>Microsoft Office PowerPoint</Application>
  <PresentationFormat>Widescreen</PresentationFormat>
  <Paragraphs>174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Computer</cp:lastModifiedBy>
  <cp:revision>2</cp:revision>
  <dcterms:created xsi:type="dcterms:W3CDTF">2013-01-27T09:14:16Z</dcterms:created>
  <dcterms:modified xsi:type="dcterms:W3CDTF">2026-08-11T06:30:57Z</dcterms:modified>
  <cp:category/>
</cp:coreProperties>
</file>