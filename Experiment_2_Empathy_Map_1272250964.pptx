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Sports E-commerce — Empathy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Aptos"/>
              </a:rPr>
              <a:t>Rhea Malhotra, 29 • Working professional &amp; fitness enthusiast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0292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71016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USER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07008"/>
            <a:ext cx="9829800" cy="3200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ptos"/>
              </a:rPr>
              <a:t>Quickly buy her usual workout gear without repeating the same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5468112" cy="17830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011679"/>
            <a:ext cx="5138928" cy="2743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Aptos"/>
              </a:rPr>
              <a:t>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50008"/>
            <a:ext cx="5138928" cy="10972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• “I just want the right product quickly.”
• “Why do I have to enter this again?”
• “Is this the same quality as my previous purchase?”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874519"/>
            <a:ext cx="5468112" cy="17830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2011679"/>
            <a:ext cx="5138928" cy="2743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Aptos"/>
              </a:rPr>
              <a:t>THINKS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350008"/>
            <a:ext cx="5138928" cy="10972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• I know roughly what I want.
• I want trustworthy reviews and delivery information.
• Saved preferences would make repeat purchases easier.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5468112" cy="17830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023360"/>
            <a:ext cx="5138928" cy="2743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Aptos"/>
              </a:rPr>
              <a:t>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361688"/>
            <a:ext cx="5138928" cy="10972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• Searches for familiar sports products.
• Filters by size, brand and price.
• Compares reviews and delivery.
• Re-enters details at checkout.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886200"/>
            <a:ext cx="5468112" cy="17830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4023360"/>
            <a:ext cx="5138928" cy="2743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Aptos"/>
              </a:rPr>
              <a:t>FEELS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4361688"/>
            <a:ext cx="5138928" cy="109728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• Focused but rushed.
• Mildly frustrated while comparing.
• Irritated when details repeat.
• Relieved after confirmation.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79592"/>
            <a:ext cx="5468112" cy="502920"/>
          </a:xfrm>
          <a:prstGeom prst="roundRect">
            <a:avLst/>
          </a:prstGeom>
          <a:solidFill>
            <a:srgbClr val="FFF4BE"/>
          </a:solidFill>
          <a:ln w="12700">
            <a:solidFill>
              <a:srgbClr val="DCC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998464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PAINS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934456"/>
            <a:ext cx="4526280" cy="34747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950" b="0">
                <a:solidFill>
                  <a:srgbClr val="141414"/>
                </a:solidFill>
                <a:latin typeface="Aptos"/>
              </a:rPr>
              <a:t>Repeated search and data entry. • Miles/offers are surfaced too late. • Comparison between cash and miles is unclear. • Checkout feels longer than necessary.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5879592"/>
            <a:ext cx="5513832" cy="502920"/>
          </a:xfrm>
          <a:prstGeom prst="roundRect">
            <a:avLst/>
          </a:prstGeom>
          <a:solidFill>
            <a:srgbClr val="DEF1E2"/>
          </a:solidFill>
          <a:ln w="12700">
            <a:solidFill>
              <a:srgbClr val="AA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5998464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1050" b="1">
                <a:solidFill>
                  <a:srgbClr val="1E2A3A"/>
                </a:solidFill>
                <a:latin typeface="Aptos"/>
              </a:rPr>
              <a:t>GAINS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5934456"/>
            <a:ext cx="4572000" cy="34747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/>
            <a:r>
              <a:rPr sz="950" b="0">
                <a:solidFill>
                  <a:srgbClr val="141414"/>
                </a:solidFill>
                <a:latin typeface="Aptos"/>
              </a:rPr>
              <a:t>Recent/repeat purchase shortcut. • Saved size and passenger/account details. • Clear price vs rewards comparison. • Fast, predictable checkout.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r"/>
            <a:r>
              <a:rPr sz="850" b="0">
                <a:solidFill>
                  <a:srgbClr val="646464"/>
                </a:solidFill>
                <a:latin typeface="Aptos"/>
              </a:rPr>
              <a:t>Empathy map • One representative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